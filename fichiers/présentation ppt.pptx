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CLUB" id="{E2F30305-EF0D-9E40-AD4F-01AE6E4FC067}">
          <p14:sldIdLst>
            <p14:sldId id="256"/>
            <p14:sldId id="257"/>
          </p14:sldIdLst>
        </p14:section>
        <p14:section name="LE SITE WEB" id="{BFDDFED8-98A6-FE4E-877B-B790F21098FA}">
          <p14:sldIdLst>
            <p14:sldId id="258"/>
          </p14:sldIdLst>
        </p14:section>
        <p14:section name="LES INSCRIPTIONS" id="{0F00E9BF-1A5A-BC41-B55F-F22689F72BB9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3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95"/>
    <p:restoredTop sz="94681"/>
  </p:normalViewPr>
  <p:slideViewPr>
    <p:cSldViewPr snapToGrid="0">
      <p:cViewPr varScale="1">
        <p:scale>
          <a:sx n="68" d="100"/>
          <a:sy n="68" d="100"/>
        </p:scale>
        <p:origin x="240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3DECCA-1B68-D296-8791-5BD6556F1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AAF35E-F730-ABB5-F627-EB68104B8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EE93F9-FFF7-E270-76CA-AA41E785E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CAEF75-0DD0-0F35-845B-03FF44DD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8D0C4-E9A2-2562-CB46-CC67866D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12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12B9D-0BCE-4983-70EE-1C095CCF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D56CDC-9BEC-1912-1E36-3C8FA5BF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4600F9-700A-4749-CCE9-F81CB39F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A5DB0-5644-7853-6595-D91F853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D873F3-ECE6-F8E2-7565-C5C1FEFF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75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1A026A-49BA-A092-EDA7-D7562291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B5768C-F3C0-0EFA-CC6E-53E57257D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56597D-2F52-AA22-9AE5-91D863E0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5A194F-153B-3891-ECE2-44313B31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36AB78-4497-A483-DF24-C1C090A8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948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498580-CF05-A763-D6EE-6AE96F60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595EA-63AB-8C52-7F0B-F99C26B09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C319BB-D2DF-D394-82C3-138CDE34E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76B065-3680-4EB3-B3F2-5C141CC5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E87448-2178-EC9D-3C2B-FC1AE58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E1325B-1C1F-5F9D-DF23-EFF01FB4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35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804CB-C0C9-1C9F-9475-1B045969D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957C3D-CA96-0F36-EB14-90C1793DE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1FE96E-7676-7EC7-DE16-23A5A929B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5049BA-8D09-B488-5B48-7986E056A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FC7993-DC70-3A11-6166-22702675B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07C7286-83B5-7E92-4A9C-8BD5506E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5770E6A-086E-FA2B-6754-7B116BF8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8107A77-7030-E65C-36AF-32B8D046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46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C1CF2-9AD8-DA13-D144-8D0F3009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72C3CA-7142-4936-F0DD-5368B457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624D39-2FFA-C02E-516A-0F344EA3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7CB88C-2604-76E9-23EE-EDCA1842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13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87C59C4-9814-E572-4532-9A5450B1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CFA2A64-5EE1-BB7C-9959-A39F7423B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BC99AD-7335-416D-B3D4-4E2AE1C7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22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81A1BF-4502-3E25-16E1-5F6E5063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A1616B-A2D0-F651-193D-4F38BBED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6ED473-708D-41B7-233F-53162369E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0C34C1-B6C9-C263-934B-523BE101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C47370-64A7-BD75-B20F-61FC348D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6ABFA2-6586-E189-8C40-06EE7F44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8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AB4DF2-203B-7550-ADA7-A427047B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833DE1-8D48-5C9C-2693-328834DCA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2D5499-84D4-200F-2E12-29495C907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47821F-2659-A793-9CE6-AB4D6CBE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60D82B-929D-3396-3410-7C180C35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FAAC79-9BE5-746D-66F0-817F43BF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60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44430-F3A4-34F9-2DF7-36E4C072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A1414A-721A-E7C7-1846-E9927A061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F6C7DD-B61D-E948-1FF8-30FC6348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7A9688-10CD-100F-2335-133F20B0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6FFC30-126F-2298-3E9C-D27406E0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8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97B0C7D-EECC-511A-B408-56B7D5B31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26D1F3-CB1C-A41D-9209-B5E281666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F13F23-0523-3132-5B0F-042B85B0E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222DCF-A20C-4D80-6876-2D34B85C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FDC65C-C395-CACA-516D-7B6A080B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93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C28861-BDBA-BD66-8396-84734AB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655C49-1A89-B235-7981-40811EB6D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1EF726-96E7-6BC3-7E16-945F12F50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4C7CF-B6EB-3149-8B3F-BAB128E07C7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1E06ED-4724-E13E-F7E1-6533D16B5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8DA50F-3791-F930-0B17-EB3E67504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458B9-D98B-274B-A204-8596B037B45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23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yon8badmintonclub.fr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0FF">
            <a:alpha val="8496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AD1BD13-5736-2FFA-752E-E23561F7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30693"/>
            <a:ext cx="7772400" cy="47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0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0FF">
            <a:alpha val="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8F77B-F854-706B-6C4B-36AFEBCF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B8CF46F-5D7C-4FF0-15D9-020379CA36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9801" y="1030693"/>
            <a:ext cx="7772398" cy="47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0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C3CAA2-9413-D4F7-29AB-04B3058F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Site web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EB8813-6B26-B638-730E-E6C0D266C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439" y="5589814"/>
            <a:ext cx="10515600" cy="903061"/>
          </a:xfrm>
        </p:spPr>
        <p:txBody>
          <a:bodyPr/>
          <a:lstStyle/>
          <a:p>
            <a:pPr marL="0" indent="0">
              <a:buNone/>
            </a:pPr>
            <a:r>
              <a:rPr lang="fr-FR" noProof="0" dirty="0">
                <a:hlinkClick r:id="rId2"/>
              </a:rPr>
              <a:t>http://lyon8badmintonclub.fr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A197D0-A316-DF59-0A4F-A7F3732BE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619" y="221226"/>
            <a:ext cx="7772400" cy="481180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3056B2B-3373-2BEF-8807-F8EEB0EB34F5}"/>
              </a:ext>
            </a:extLst>
          </p:cNvPr>
          <p:cNvCxnSpPr>
            <a:cxnSpLocks/>
          </p:cNvCxnSpPr>
          <p:nvPr/>
        </p:nvCxnSpPr>
        <p:spPr>
          <a:xfrm flipV="1">
            <a:off x="4925961" y="3170903"/>
            <a:ext cx="4468762" cy="24189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46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F378E-C232-E216-6299-567C5BFB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Les inscriptions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65D9CF-E30A-2AC7-CCC7-4FC975EAE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noProof="0" dirty="0"/>
              <a:t>3 étapes : </a:t>
            </a:r>
          </a:p>
          <a:p>
            <a:pPr marL="0" indent="0">
              <a:buNone/>
            </a:pPr>
            <a:endParaRPr lang="fr-FR" noProof="0" dirty="0"/>
          </a:p>
          <a:p>
            <a:pPr>
              <a:buFontTx/>
              <a:buChar char="-"/>
            </a:pPr>
            <a:r>
              <a:rPr lang="fr-FR" noProof="0" dirty="0"/>
              <a:t>Formulaire Google Form</a:t>
            </a:r>
          </a:p>
          <a:p>
            <a:pPr>
              <a:buFontTx/>
              <a:buChar char="-"/>
            </a:pPr>
            <a:endParaRPr lang="fr-FR" noProof="0" dirty="0"/>
          </a:p>
          <a:p>
            <a:pPr marL="0" indent="0">
              <a:buNone/>
            </a:pPr>
            <a:r>
              <a:rPr lang="fr-FR" noProof="0" dirty="0"/>
              <a:t>Journée d’inscription</a:t>
            </a:r>
          </a:p>
          <a:p>
            <a:pPr>
              <a:buFontTx/>
              <a:buChar char="-"/>
            </a:pPr>
            <a:r>
              <a:rPr lang="fr-FR" noProof="0" dirty="0"/>
              <a:t>Ticket</a:t>
            </a:r>
          </a:p>
          <a:p>
            <a:pPr>
              <a:buFontTx/>
              <a:buChar char="-"/>
            </a:pPr>
            <a:r>
              <a:rPr lang="fr-FR" noProof="0" dirty="0"/>
              <a:t>Fiche d’inscription ou liste d’attente</a:t>
            </a:r>
          </a:p>
          <a:p>
            <a:pPr marL="0" indent="0"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2902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91E5-BDC6-B736-1ED7-D7E12FB9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33F220-D4B5-C266-99CD-D2FD921B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Formulaire Google Form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62ADA1-488F-6EC7-10D4-E2C8F2154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5" y="1276350"/>
            <a:ext cx="539115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4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C2C7A-C2AB-DB80-BACA-83A0DA24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4C340A-8470-BF43-074D-57307250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Ticket 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E36DA85-5E66-8F39-366F-1C759421A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4742" y="150008"/>
            <a:ext cx="5734115" cy="655798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FD1281E-8580-17FB-D5BA-09E353CF4C0A}"/>
              </a:ext>
            </a:extLst>
          </p:cNvPr>
          <p:cNvSpPr txBox="1"/>
          <p:nvPr/>
        </p:nvSpPr>
        <p:spPr>
          <a:xfrm>
            <a:off x="653143" y="2017485"/>
            <a:ext cx="4767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- Déterminer un ordre d’arrivée</a:t>
            </a:r>
          </a:p>
          <a:p>
            <a:r>
              <a:rPr lang="fr-FR" noProof="0" dirty="0"/>
              <a:t>- Savoir si on peut inscrire la personne ou pas</a:t>
            </a:r>
          </a:p>
        </p:txBody>
      </p:sp>
    </p:spTree>
    <p:extLst>
      <p:ext uri="{BB962C8B-B14F-4D97-AF65-F5344CB8AC3E}">
        <p14:creationId xmlns:p14="http://schemas.microsoft.com/office/powerpoint/2010/main" val="297750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24959-6DBA-DD26-CF22-9A9C83D5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41BCA-147B-6230-C554-08B753BF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noProof="0" dirty="0"/>
              <a:t>Tableau Excel  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3965897-50E9-F092-0311-B4795E3DA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281" y="1553028"/>
            <a:ext cx="11591438" cy="308664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8185928-DF18-7F3F-8718-261EF05C4539}"/>
              </a:ext>
            </a:extLst>
          </p:cNvPr>
          <p:cNvSpPr txBox="1"/>
          <p:nvPr/>
        </p:nvSpPr>
        <p:spPr>
          <a:xfrm>
            <a:off x="2554515" y="4935640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Case à cocher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3C585E-D3C9-E37E-1F60-025E0FB0DE61}"/>
              </a:ext>
            </a:extLst>
          </p:cNvPr>
          <p:cNvSpPr txBox="1"/>
          <p:nvPr/>
        </p:nvSpPr>
        <p:spPr>
          <a:xfrm>
            <a:off x="3811855" y="695110"/>
            <a:ext cx="168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Niveau x Genre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D6A2C72-42DD-E244-95EC-2131ADDE14BA}"/>
              </a:ext>
            </a:extLst>
          </p:cNvPr>
          <p:cNvSpPr txBox="1"/>
          <p:nvPr/>
        </p:nvSpPr>
        <p:spPr>
          <a:xfrm>
            <a:off x="328490" y="695110"/>
            <a:ext cx="3214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Nombre de places disponibles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822DAD1-8462-AD89-F844-60DF7E5CE83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757714" y="1064442"/>
            <a:ext cx="1894788" cy="599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80D8763-DF61-E4AF-3D35-049BB05BFCF9}"/>
              </a:ext>
            </a:extLst>
          </p:cNvPr>
          <p:cNvCxnSpPr>
            <a:cxnSpLocks/>
          </p:cNvCxnSpPr>
          <p:nvPr/>
        </p:nvCxnSpPr>
        <p:spPr>
          <a:xfrm>
            <a:off x="972457" y="1064442"/>
            <a:ext cx="537029" cy="599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3C43402-2900-7813-D5A3-E8704A2C37A7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2757714" y="2148114"/>
            <a:ext cx="604074" cy="27875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4FA80A00-1C63-2376-DED8-850E806A47D5}"/>
              </a:ext>
            </a:extLst>
          </p:cNvPr>
          <p:cNvSpPr txBox="1"/>
          <p:nvPr/>
        </p:nvSpPr>
        <p:spPr>
          <a:xfrm>
            <a:off x="1524000" y="5704114"/>
            <a:ext cx="398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Si case disponible : Fiche d’inscription</a:t>
            </a:r>
          </a:p>
        </p:txBody>
      </p:sp>
    </p:spTree>
    <p:extLst>
      <p:ext uri="{BB962C8B-B14F-4D97-AF65-F5344CB8AC3E}">
        <p14:creationId xmlns:p14="http://schemas.microsoft.com/office/powerpoint/2010/main" val="24332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E4DBD-1D43-E655-0011-A1F657160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Fiche inscription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EDAE856-0EC0-5BE3-2BB7-B0F8D698D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29" t="831" r="1668" b="1563"/>
          <a:stretch>
            <a:fillRect/>
          </a:stretch>
        </p:blipFill>
        <p:spPr>
          <a:xfrm>
            <a:off x="5370285" y="134147"/>
            <a:ext cx="4760685" cy="67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31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ADBF-04E0-64BD-1D0A-CD707924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D7F2BA-45D7-1DDC-7EA4-672A9FF4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noProof="0" dirty="0"/>
              <a:t>Tableau Excel  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0017F44-FD7A-8391-696B-C80570AFD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00281" y="1553028"/>
            <a:ext cx="11591438" cy="308664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99FB624-F5CB-1849-6262-2E7C4197C5C4}"/>
              </a:ext>
            </a:extLst>
          </p:cNvPr>
          <p:cNvSpPr txBox="1"/>
          <p:nvPr/>
        </p:nvSpPr>
        <p:spPr>
          <a:xfrm>
            <a:off x="2554515" y="4935640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Case à cocher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B4FC1F-3E4F-8596-825E-DA8B9AC1F819}"/>
              </a:ext>
            </a:extLst>
          </p:cNvPr>
          <p:cNvSpPr txBox="1"/>
          <p:nvPr/>
        </p:nvSpPr>
        <p:spPr>
          <a:xfrm>
            <a:off x="3811855" y="695110"/>
            <a:ext cx="168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Niveau x Genre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F20F780-292F-44D7-3F5A-FD8418B984EA}"/>
              </a:ext>
            </a:extLst>
          </p:cNvPr>
          <p:cNvSpPr txBox="1"/>
          <p:nvPr/>
        </p:nvSpPr>
        <p:spPr>
          <a:xfrm>
            <a:off x="328490" y="695110"/>
            <a:ext cx="3214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Nombre de places disponibles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CB6AF26-C698-AF76-8B12-62C842D890EA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757714" y="1064442"/>
            <a:ext cx="1894788" cy="599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214615A-3A5A-7E3B-A288-82B2033A0A7C}"/>
              </a:ext>
            </a:extLst>
          </p:cNvPr>
          <p:cNvCxnSpPr>
            <a:cxnSpLocks/>
          </p:cNvCxnSpPr>
          <p:nvPr/>
        </p:nvCxnSpPr>
        <p:spPr>
          <a:xfrm>
            <a:off x="972457" y="1064442"/>
            <a:ext cx="537029" cy="599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3F8C9C2-AA31-C2E0-54EF-538C55A9E8BE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2757714" y="2148114"/>
            <a:ext cx="604074" cy="27875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DB9E0B0E-B2B5-D75A-A784-9D70ADD56157}"/>
              </a:ext>
            </a:extLst>
          </p:cNvPr>
          <p:cNvSpPr txBox="1"/>
          <p:nvPr/>
        </p:nvSpPr>
        <p:spPr>
          <a:xfrm>
            <a:off x="1524000" y="5704114"/>
            <a:ext cx="4300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Si aucune case disponible : liste d’attente</a:t>
            </a:r>
          </a:p>
        </p:txBody>
      </p:sp>
    </p:spTree>
    <p:extLst>
      <p:ext uri="{BB962C8B-B14F-4D97-AF65-F5344CB8AC3E}">
        <p14:creationId xmlns:p14="http://schemas.microsoft.com/office/powerpoint/2010/main" val="4229586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A672E-479C-6DA0-6026-88A67E85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Liste d’attente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CDFFDAA-CBC0-9E38-F5C4-FCE011D50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347995"/>
            <a:ext cx="10515600" cy="130659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578B00-BCBA-9D92-776C-D5820D8BBB15}"/>
              </a:ext>
            </a:extLst>
          </p:cNvPr>
          <p:cNvSpPr txBox="1"/>
          <p:nvPr/>
        </p:nvSpPr>
        <p:spPr>
          <a:xfrm>
            <a:off x="838200" y="1690688"/>
            <a:ext cx="523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Dans le même fichier Excel que le tableau à cocher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B63F93D-20F4-695A-CB13-2E67EDCB32B3}"/>
              </a:ext>
            </a:extLst>
          </p:cNvPr>
          <p:cNvSpPr/>
          <p:nvPr/>
        </p:nvSpPr>
        <p:spPr>
          <a:xfrm>
            <a:off x="9652000" y="3048000"/>
            <a:ext cx="1538514" cy="16065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0F37A61-7DCD-AB85-F48D-99C09BDB17E4}"/>
              </a:ext>
            </a:extLst>
          </p:cNvPr>
          <p:cNvSpPr txBox="1"/>
          <p:nvPr/>
        </p:nvSpPr>
        <p:spPr>
          <a:xfrm>
            <a:off x="2380342" y="4954587"/>
            <a:ext cx="931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Important : ordre d’arrivée pour savoir qui contacter en premier en cas de places disponibles</a:t>
            </a:r>
          </a:p>
        </p:txBody>
      </p:sp>
    </p:spTree>
    <p:extLst>
      <p:ext uri="{BB962C8B-B14F-4D97-AF65-F5344CB8AC3E}">
        <p14:creationId xmlns:p14="http://schemas.microsoft.com/office/powerpoint/2010/main" val="41642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108</Words>
  <Application>Microsoft Macintosh PowerPoint</Application>
  <PresentationFormat>Grand écran</PresentationFormat>
  <Paragraphs>28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Site web </vt:lpstr>
      <vt:lpstr>Les inscriptions</vt:lpstr>
      <vt:lpstr>Formulaire Google Form</vt:lpstr>
      <vt:lpstr>Ticket </vt:lpstr>
      <vt:lpstr>Tableau Excel  </vt:lpstr>
      <vt:lpstr>Fiche inscription</vt:lpstr>
      <vt:lpstr>Tableau Excel  </vt:lpstr>
      <vt:lpstr>Liste d’attente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Quilichini, Leia</dc:creator>
  <cp:lastModifiedBy>Quilichini, Leia</cp:lastModifiedBy>
  <cp:revision>4</cp:revision>
  <dcterms:created xsi:type="dcterms:W3CDTF">2026-07-02T18:13:38Z</dcterms:created>
  <dcterms:modified xsi:type="dcterms:W3CDTF">2026-07-03T15:45:08Z</dcterms:modified>
</cp:coreProperties>
</file>